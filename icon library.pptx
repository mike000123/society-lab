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2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9A7B516-7F04-2E06-D3E4-D24CF811AB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FFF17232-1EBC-9667-91E0-14DDEC4A7A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A9F6E438-3D5D-DE38-6C5F-1D7AFB2E3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4389488E-2EBD-668B-44F1-8520DC1D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7BBCDA4-CA77-879E-D26F-F99284A94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3715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18FF9A4-254F-8C67-F0BE-6BD850879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97D7DE6-1A04-E2C0-393A-42CF19372D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8BEA1C9E-2A2D-5D2C-C9AA-304C581BC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738B1AC1-0574-483B-0D69-151EC00AC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5B675EC6-13CC-532B-1759-5A6C5FC2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2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971C8AE-CEA9-23B5-B816-B7CFEE90E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702B3858-4E84-3CFB-FF5C-141988C49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12765796-A4A6-F87F-FB3A-E75C86FA8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788A7E5E-ECEC-5C3E-2FAF-4199853DA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91EB1B7E-9B1A-CF54-C6B0-9C3EE0A85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0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4832385-BD12-4336-9A16-FFE5DB73F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FF5C6E65-0701-4BFF-4EA8-4E8A17798B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C684F131-9FCF-E605-30EC-ECBF44A16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4C17D35F-C44A-BE5D-31FC-4A5CC41FD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81796738-B09D-3AAE-E662-F5E9FB6BA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356DF8A4-1D86-04B3-6DFB-068754847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90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1D6E1C7-15F7-FB0E-1A84-8EEA13C04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E3C749DE-BFDE-B41A-ED4A-76E9D324C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B9B885D8-F4FF-C8D5-2DCF-C5E0A1A041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281B8A35-831C-77D4-63D2-16D77438AA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8A6EBAC0-38A5-BD13-00B0-AFB41E249F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49D155F2-B878-F7F7-7515-483DADA96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B6C1270C-A979-F803-FE7D-D8718FE16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1A8FF3E2-D3C6-E1D3-054B-042321C49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9896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6F3A8AE9-FC98-C4B6-C203-8751726F0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11D21C37-CECF-E2D0-FC11-AF5252DC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1004B618-5739-1669-A307-4E4429693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7211F07A-73E2-2D63-9810-AB32EE354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473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0367C8D9-9B8D-DACB-CCB3-F4A16B896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1379FEAE-B462-E9A1-004B-E47571A39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2166EF8D-67A8-AE5F-13A9-963DE61F5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043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D297356-4C1E-4127-DCA8-ADBF9BF80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CCD9E79-C484-35E9-2F84-996B56F71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BC354020-6531-644F-0822-6171D9C0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917640B7-4146-9255-27B4-F9F01843E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2D65DE6E-E53D-FD61-0643-BA4469549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89B7D7C3-4463-7531-CD86-C7172AA69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552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FBED064-3AD1-8D23-966D-39134885F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F9E47BBE-2BEC-3B2B-E033-74761B05D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3F387A7B-59B2-3BBA-61F1-BB14D5CBF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63826ED7-F163-FDA6-0431-E0BF847DC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CF3582A7-78EE-C4EB-4663-D5889AEF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1E49B585-BA88-E6E6-C99E-1E4760BBB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90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EC6F4E7-DC7E-8925-A5A5-688211908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893A8138-4634-9BDA-A27E-22FAFD21FC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23CC78D-1AE2-C8FF-4DD8-D0A16AC3B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0AED3737-FAA2-9085-3BFA-ED4414B69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251FC84-FB11-3447-A6AE-2026D206F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37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E381269E-6173-5CD7-7AB1-8BE18510FC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B4052F75-5335-8FBF-CEE8-24BFE64CA9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96A6B05-91FF-6388-82CF-505FCB726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5C442A04-A82A-501B-14C7-5B1829F51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3C7593AD-77C9-3DBF-4780-232BB69AE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04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00824528-E5B8-9EB5-E1F3-EEADB3DCE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/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2981AE33-EB13-390D-203A-1F4538BB9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/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B3E717E6-AF20-5631-0A15-A24CF2AC59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9A6AA-89C1-412D-9E06-27EA212EAFE2}" type="datetimeFigureOut">
              <a:rPr lang="en-US" smtClean="0"/>
              <a:t>6/4/2026</a:t>
            </a:fld>
            <a:endParaRPr lang="en-US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C4A4CD4B-C435-60A9-B271-AF6CDCB650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35B29056-50DA-23EC-8DA3-A42B09FFF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E7B73-BED8-4439-BFBB-6B3FE47AC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555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Εικόνα 4">
            <a:extLst>
              <a:ext uri="{FF2B5EF4-FFF2-40B4-BE49-F238E27FC236}">
                <a16:creationId xmlns:a16="http://schemas.microsoft.com/office/drawing/2014/main" id="{82EC891E-9175-286D-F20A-ED1E98A8E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075" t="40860" r="37844" b="53186"/>
          <a:stretch>
            <a:fillRect/>
          </a:stretch>
        </p:blipFill>
        <p:spPr>
          <a:xfrm>
            <a:off x="5343267" y="5666740"/>
            <a:ext cx="893135" cy="868680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B0F2DBF1-D122-6241-9513-B1E648EB5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97" t="32455" r="70955" b="65222"/>
          <a:stretch>
            <a:fillRect/>
          </a:stretch>
        </p:blipFill>
        <p:spPr>
          <a:xfrm>
            <a:off x="4805578" y="3284220"/>
            <a:ext cx="1210661" cy="421640"/>
          </a:xfrm>
          <a:prstGeom prst="rect">
            <a:avLst/>
          </a:prstGeo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C667FA06-B141-5AA7-EAFD-39543A27C3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93" t="3723" r="66840" b="73332"/>
          <a:stretch>
            <a:fillRect/>
          </a:stretch>
        </p:blipFill>
        <p:spPr>
          <a:xfrm>
            <a:off x="193040" y="1965960"/>
            <a:ext cx="4187232" cy="3307080"/>
          </a:xfrm>
          <a:prstGeom prst="rect">
            <a:avLst/>
          </a:prstGeom>
        </p:spPr>
      </p:pic>
      <p:pic>
        <p:nvPicPr>
          <p:cNvPr id="8" name="Εικόνα 7">
            <a:extLst>
              <a:ext uri="{FF2B5EF4-FFF2-40B4-BE49-F238E27FC236}">
                <a16:creationId xmlns:a16="http://schemas.microsoft.com/office/drawing/2014/main" id="{A76EBA3B-5419-E641-5655-E718C0BE2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78" t="11853" r="35975" b="77777"/>
          <a:stretch>
            <a:fillRect/>
          </a:stretch>
        </p:blipFill>
        <p:spPr>
          <a:xfrm>
            <a:off x="4501268" y="3764280"/>
            <a:ext cx="6787025" cy="1661160"/>
          </a:xfrm>
          <a:prstGeom prst="rect">
            <a:avLst/>
          </a:prstGeom>
        </p:spPr>
      </p:pic>
      <p:pic>
        <p:nvPicPr>
          <p:cNvPr id="9" name="Εικόνα 8">
            <a:extLst>
              <a:ext uri="{FF2B5EF4-FFF2-40B4-BE49-F238E27FC236}">
                <a16:creationId xmlns:a16="http://schemas.microsoft.com/office/drawing/2014/main" id="{D7656B27-18FB-D52C-8AE3-947C0D4D7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888" t="63111" r="29926" b="32000"/>
          <a:stretch>
            <a:fillRect/>
          </a:stretch>
        </p:blipFill>
        <p:spPr>
          <a:xfrm>
            <a:off x="4846319" y="977900"/>
            <a:ext cx="799569" cy="817880"/>
          </a:xfrm>
          <a:prstGeom prst="rect">
            <a:avLst/>
          </a:prstGeom>
        </p:spPr>
      </p:pic>
      <p:pic>
        <p:nvPicPr>
          <p:cNvPr id="2" name="Εικόνα 1">
            <a:extLst>
              <a:ext uri="{FF2B5EF4-FFF2-40B4-BE49-F238E27FC236}">
                <a16:creationId xmlns:a16="http://schemas.microsoft.com/office/drawing/2014/main" id="{1D0DE319-8F56-73E0-8EE5-5867C9F23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491" t="40860" r="42620" b="53186"/>
          <a:stretch>
            <a:fillRect/>
          </a:stretch>
        </p:blipFill>
        <p:spPr>
          <a:xfrm>
            <a:off x="4420846" y="5666740"/>
            <a:ext cx="850947" cy="868680"/>
          </a:xfrm>
          <a:prstGeom prst="rect">
            <a:avLst/>
          </a:prstGeom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BD44E566-96E7-BB1A-DFFC-7BB60E23B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15" t="40860" r="46515" b="53186"/>
          <a:stretch>
            <a:fillRect/>
          </a:stretch>
        </p:blipFill>
        <p:spPr>
          <a:xfrm>
            <a:off x="3456237" y="5666740"/>
            <a:ext cx="978197" cy="868680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A63769DA-E860-4184-7FC2-91C4FA09E8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74" t="40860" r="51337" b="53186"/>
          <a:stretch>
            <a:fillRect/>
          </a:stretch>
        </p:blipFill>
        <p:spPr>
          <a:xfrm>
            <a:off x="2445973" y="5666740"/>
            <a:ext cx="850947" cy="868680"/>
          </a:xfrm>
          <a:prstGeom prst="rect">
            <a:avLst/>
          </a:prstGeom>
        </p:spPr>
      </p:pic>
      <p:pic>
        <p:nvPicPr>
          <p:cNvPr id="10" name="Εικόνα 9">
            <a:extLst>
              <a:ext uri="{FF2B5EF4-FFF2-40B4-BE49-F238E27FC236}">
                <a16:creationId xmlns:a16="http://schemas.microsoft.com/office/drawing/2014/main" id="{4C2040A5-4273-C17F-F3A7-5F6C35B992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21" t="40860" r="55409" b="53186"/>
          <a:stretch>
            <a:fillRect/>
          </a:stretch>
        </p:blipFill>
        <p:spPr>
          <a:xfrm>
            <a:off x="1308459" y="5666740"/>
            <a:ext cx="978197" cy="868680"/>
          </a:xfrm>
          <a:prstGeom prst="rect">
            <a:avLst/>
          </a:prstGeom>
        </p:spPr>
      </p:pic>
      <p:pic>
        <p:nvPicPr>
          <p:cNvPr id="11" name="Εικόνα 10">
            <a:extLst>
              <a:ext uri="{FF2B5EF4-FFF2-40B4-BE49-F238E27FC236}">
                <a16:creationId xmlns:a16="http://schemas.microsoft.com/office/drawing/2014/main" id="{AD5EFA54-3471-952D-C4EB-9FC6058C9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85" t="40860" r="60392" b="53186"/>
          <a:stretch>
            <a:fillRect/>
          </a:stretch>
        </p:blipFill>
        <p:spPr>
          <a:xfrm>
            <a:off x="345440" y="5666740"/>
            <a:ext cx="770979" cy="868680"/>
          </a:xfrm>
          <a:prstGeom prst="rect">
            <a:avLst/>
          </a:prstGeom>
        </p:spPr>
      </p:pic>
      <p:pic>
        <p:nvPicPr>
          <p:cNvPr id="12" name="Εικόνα 11">
            <a:extLst>
              <a:ext uri="{FF2B5EF4-FFF2-40B4-BE49-F238E27FC236}">
                <a16:creationId xmlns:a16="http://schemas.microsoft.com/office/drawing/2014/main" id="{B8A5687D-9C12-2A7E-4939-059BB8DD97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896" t="63111" r="8815" b="32000"/>
          <a:stretch>
            <a:fillRect/>
          </a:stretch>
        </p:blipFill>
        <p:spPr>
          <a:xfrm>
            <a:off x="9675614" y="972820"/>
            <a:ext cx="1076229" cy="817880"/>
          </a:xfrm>
          <a:prstGeom prst="rect">
            <a:avLst/>
          </a:prstGeom>
        </p:spPr>
      </p:pic>
      <p:pic>
        <p:nvPicPr>
          <p:cNvPr id="13" name="Εικόνα 12">
            <a:extLst>
              <a:ext uri="{FF2B5EF4-FFF2-40B4-BE49-F238E27FC236}">
                <a16:creationId xmlns:a16="http://schemas.microsoft.com/office/drawing/2014/main" id="{7FA0FD2A-3A3E-DC33-0ED6-3C1BCD5871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446" t="63111" r="13529" b="32000"/>
          <a:stretch>
            <a:fillRect/>
          </a:stretch>
        </p:blipFill>
        <p:spPr>
          <a:xfrm>
            <a:off x="8558115" y="972820"/>
            <a:ext cx="1010093" cy="817880"/>
          </a:xfrm>
          <a:prstGeom prst="rect">
            <a:avLst/>
          </a:prstGeom>
        </p:spPr>
      </p:pic>
      <p:pic>
        <p:nvPicPr>
          <p:cNvPr id="14" name="Εικόνα 13">
            <a:extLst>
              <a:ext uri="{FF2B5EF4-FFF2-40B4-BE49-F238E27FC236}">
                <a16:creationId xmlns:a16="http://schemas.microsoft.com/office/drawing/2014/main" id="{FEDAFB43-5B5A-684C-5319-CA4D78733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67" t="63111" r="18089" b="32000"/>
          <a:stretch>
            <a:fillRect/>
          </a:stretch>
        </p:blipFill>
        <p:spPr>
          <a:xfrm>
            <a:off x="7536308" y="972820"/>
            <a:ext cx="914401" cy="817880"/>
          </a:xfrm>
          <a:prstGeom prst="rect">
            <a:avLst/>
          </a:prstGeom>
        </p:spPr>
      </p:pic>
      <p:pic>
        <p:nvPicPr>
          <p:cNvPr id="15" name="Εικόνα 14">
            <a:extLst>
              <a:ext uri="{FF2B5EF4-FFF2-40B4-BE49-F238E27FC236}">
                <a16:creationId xmlns:a16="http://schemas.microsoft.com/office/drawing/2014/main" id="{7F12482F-3860-A24C-1F83-15A34EB3D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99" t="63111" r="22213" b="32000"/>
          <a:stretch>
            <a:fillRect/>
          </a:stretch>
        </p:blipFill>
        <p:spPr>
          <a:xfrm>
            <a:off x="6603899" y="972820"/>
            <a:ext cx="825003" cy="817880"/>
          </a:xfrm>
          <a:prstGeom prst="rect">
            <a:avLst/>
          </a:prstGeom>
        </p:spPr>
      </p:pic>
      <p:pic>
        <p:nvPicPr>
          <p:cNvPr id="16" name="Εικόνα 15">
            <a:extLst>
              <a:ext uri="{FF2B5EF4-FFF2-40B4-BE49-F238E27FC236}">
                <a16:creationId xmlns:a16="http://schemas.microsoft.com/office/drawing/2014/main" id="{5C1A8D9F-6EDC-356E-CC27-A3E37DE59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442" t="63111" r="26168" b="32000"/>
          <a:stretch>
            <a:fillRect/>
          </a:stretch>
        </p:blipFill>
        <p:spPr>
          <a:xfrm>
            <a:off x="5645888" y="972820"/>
            <a:ext cx="850605" cy="817880"/>
          </a:xfrm>
          <a:prstGeom prst="rect">
            <a:avLst/>
          </a:prstGeom>
        </p:spPr>
      </p:pic>
      <p:pic>
        <p:nvPicPr>
          <p:cNvPr id="17" name="Εικόνα 16">
            <a:extLst>
              <a:ext uri="{FF2B5EF4-FFF2-40B4-BE49-F238E27FC236}">
                <a16:creationId xmlns:a16="http://schemas.microsoft.com/office/drawing/2014/main" id="{56591B57-0EF5-1B28-4F42-2C93D7F59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40" t="32455" r="77401" b="65516"/>
          <a:stretch>
            <a:fillRect/>
          </a:stretch>
        </p:blipFill>
        <p:spPr>
          <a:xfrm>
            <a:off x="4600161" y="2875280"/>
            <a:ext cx="1594884" cy="368300"/>
          </a:xfrm>
          <a:prstGeom prst="rect">
            <a:avLst/>
          </a:prstGeom>
        </p:spPr>
      </p:pic>
      <p:pic>
        <p:nvPicPr>
          <p:cNvPr id="18" name="Εικόνα 17">
            <a:extLst>
              <a:ext uri="{FF2B5EF4-FFF2-40B4-BE49-F238E27FC236}">
                <a16:creationId xmlns:a16="http://schemas.microsoft.com/office/drawing/2014/main" id="{4A217C77-50AD-EC68-EDC0-C29C104308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2" t="32455" r="84688" b="65390"/>
          <a:stretch>
            <a:fillRect/>
          </a:stretch>
        </p:blipFill>
        <p:spPr>
          <a:xfrm>
            <a:off x="4846319" y="2456180"/>
            <a:ext cx="1371922" cy="391160"/>
          </a:xfrm>
          <a:prstGeom prst="rect">
            <a:avLst/>
          </a:prstGeom>
        </p:spPr>
      </p:pic>
      <p:pic>
        <p:nvPicPr>
          <p:cNvPr id="19" name="Εικόνα 18">
            <a:extLst>
              <a:ext uri="{FF2B5EF4-FFF2-40B4-BE49-F238E27FC236}">
                <a16:creationId xmlns:a16="http://schemas.microsoft.com/office/drawing/2014/main" id="{6917E555-E6AD-C6FA-AD0B-1A0CE61FAB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" t="32455" r="92821" b="65740"/>
          <a:stretch>
            <a:fillRect/>
          </a:stretch>
        </p:blipFill>
        <p:spPr>
          <a:xfrm>
            <a:off x="4755677" y="1998980"/>
            <a:ext cx="1283852" cy="32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073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47771-DE12-F47A-25DB-920FE8371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Εικόνα 20">
            <a:extLst>
              <a:ext uri="{FF2B5EF4-FFF2-40B4-BE49-F238E27FC236}">
                <a16:creationId xmlns:a16="http://schemas.microsoft.com/office/drawing/2014/main" id="{D7BAE7E5-4D75-BEAF-6C2D-77EF9E925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43" t="44444" r="75731" b="45926"/>
          <a:stretch>
            <a:fillRect/>
          </a:stretch>
        </p:blipFill>
        <p:spPr>
          <a:xfrm>
            <a:off x="487679" y="447040"/>
            <a:ext cx="2755251" cy="1818640"/>
          </a:xfrm>
          <a:prstGeom prst="rect">
            <a:avLst/>
          </a:prstGeom>
        </p:spPr>
      </p:pic>
      <p:pic>
        <p:nvPicPr>
          <p:cNvPr id="22" name="Εικόνα 21">
            <a:extLst>
              <a:ext uri="{FF2B5EF4-FFF2-40B4-BE49-F238E27FC236}">
                <a16:creationId xmlns:a16="http://schemas.microsoft.com/office/drawing/2014/main" id="{AD3F9AC1-73AF-05E1-6709-54D87F8FF8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208" t="44444" r="64658" b="45926"/>
          <a:stretch>
            <a:fillRect/>
          </a:stretch>
        </p:blipFill>
        <p:spPr>
          <a:xfrm>
            <a:off x="3640469" y="447040"/>
            <a:ext cx="2870791" cy="1818640"/>
          </a:xfrm>
          <a:prstGeom prst="rect">
            <a:avLst/>
          </a:prstGeom>
        </p:spPr>
      </p:pic>
      <p:pic>
        <p:nvPicPr>
          <p:cNvPr id="23" name="Εικόνα 22">
            <a:extLst>
              <a:ext uri="{FF2B5EF4-FFF2-40B4-BE49-F238E27FC236}">
                <a16:creationId xmlns:a16="http://schemas.microsoft.com/office/drawing/2014/main" id="{B31D0423-CD89-0B41-6E2F-F56499657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81" t="44444" r="53259" b="45926"/>
          <a:stretch>
            <a:fillRect/>
          </a:stretch>
        </p:blipFill>
        <p:spPr>
          <a:xfrm>
            <a:off x="6908800" y="447040"/>
            <a:ext cx="2991505" cy="1818640"/>
          </a:xfrm>
          <a:prstGeom prst="rect">
            <a:avLst/>
          </a:prstGeom>
        </p:spPr>
      </p:pic>
      <p:pic>
        <p:nvPicPr>
          <p:cNvPr id="3" name="Εικόνα 2">
            <a:extLst>
              <a:ext uri="{FF2B5EF4-FFF2-40B4-BE49-F238E27FC236}">
                <a16:creationId xmlns:a16="http://schemas.microsoft.com/office/drawing/2014/main" id="{68A66A87-DAB7-0CD9-ED50-AC729D5928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91" r="82669" b="29957"/>
          <a:stretch>
            <a:fillRect/>
          </a:stretch>
        </p:blipFill>
        <p:spPr>
          <a:xfrm>
            <a:off x="609600" y="2510758"/>
            <a:ext cx="1330960" cy="1045242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160A75C-C929-9520-60E1-49DF0D06D8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582" r="64099" b="27976"/>
          <a:stretch>
            <a:fillRect/>
          </a:stretch>
        </p:blipFill>
        <p:spPr>
          <a:xfrm>
            <a:off x="2106593" y="2495979"/>
            <a:ext cx="1036166" cy="1074800"/>
          </a:xfrm>
          <a:prstGeom prst="rect">
            <a:avLst/>
          </a:prstGeom>
        </p:spPr>
      </p:pic>
      <p:pic>
        <p:nvPicPr>
          <p:cNvPr id="5" name="Εικόνα 4">
            <a:extLst>
              <a:ext uri="{FF2B5EF4-FFF2-40B4-BE49-F238E27FC236}">
                <a16:creationId xmlns:a16="http://schemas.microsoft.com/office/drawing/2014/main" id="{F7171984-6F17-0C66-4279-B811D6789F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358" r="42227" b="27976"/>
          <a:stretch>
            <a:fillRect/>
          </a:stretch>
        </p:blipFill>
        <p:spPr>
          <a:xfrm>
            <a:off x="3308792" y="2510758"/>
            <a:ext cx="1319514" cy="1074800"/>
          </a:xfrm>
          <a:prstGeom prst="rect">
            <a:avLst/>
          </a:prstGeom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8AF78F84-B860-A531-AFED-7BB630E5A9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083" r="23513" b="31706"/>
          <a:stretch>
            <a:fillRect/>
          </a:stretch>
        </p:blipFill>
        <p:spPr>
          <a:xfrm>
            <a:off x="4869083" y="2495979"/>
            <a:ext cx="1226917" cy="1019135"/>
          </a:xfrm>
          <a:prstGeom prst="rect">
            <a:avLst/>
          </a:prstGeo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8DC62E23-30AD-4342-8490-5130FAB415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419" r="2143" b="31545"/>
          <a:stretch>
            <a:fillRect/>
          </a:stretch>
        </p:blipFill>
        <p:spPr>
          <a:xfrm>
            <a:off x="6336777" y="2522608"/>
            <a:ext cx="1504708" cy="1021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596747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Ευρεία οθόνη</PresentationFormat>
  <Paragraphs>0</Paragraphs>
  <Slides>2</Slides>
  <Notes>0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3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Θέμα του Office</vt:lpstr>
      <vt:lpstr>Παρουσίαση του PowerPoint</vt:lpstr>
      <vt:lpstr>Παρουσίαση του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Δημήτριος Ζούζιας</dc:creator>
  <cp:lastModifiedBy>Δημήτριος Ζούζιας</cp:lastModifiedBy>
  <cp:revision>6</cp:revision>
  <dcterms:created xsi:type="dcterms:W3CDTF">2026-06-02T15:53:36Z</dcterms:created>
  <dcterms:modified xsi:type="dcterms:W3CDTF">2026-06-04T19:32:31Z</dcterms:modified>
</cp:coreProperties>
</file>
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A7B516-7F04-2E06-D3E4-D24CF811A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FFF17232-1EBC-9667-91E0-14DDEC4A7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9F6E438-3D5D-DE38-6C5F-1D7AFB2E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389488E-2EBD-668B-44F1-8520DC1D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7BBCDA4-CA77-879E-D26F-F99284A9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7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18FF9A4-254F-8C67-F0BE-6BD85087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97D7DE6-1A04-E2C0-393A-42CF19372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BEA1C9E-2A2D-5D2C-C9AA-304C581B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38B1AC1-0574-483B-0D69-151EC00A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B675EC6-13CC-532B-1759-5A6C5FC2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971C8AE-CEA9-23B5-B816-B7CFEE90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02B3858-4E84-3CFB-FF5C-141988C49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2765796-A4A6-F87F-FB3A-E75C86FA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88A7E5E-ECEC-5C3E-2FAF-4199853D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1EB1B7E-9B1A-CF54-C6B0-9C3EE0A8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4832385-BD12-4336-9A16-FFE5DB73F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F5C6E65-0701-4BFF-4EA8-4E8A17798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684F131-9FCF-E605-30EC-ECBF44A16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C17D35F-C44A-BE5D-31FC-4A5CC41F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81796738-B09D-3AAE-E662-F5E9FB6B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356DF8A4-1D86-04B3-6DFB-06875484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9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1D6E1C7-15F7-FB0E-1A84-8EEA13C0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3C749DE-BFDE-B41A-ED4A-76E9D324C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B9B885D8-F4FF-C8D5-2DCF-C5E0A1A04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281B8A35-831C-77D4-63D2-16D77438A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8A6EBAC0-38A5-BD13-00B0-AFB41E249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49D155F2-B878-F7F7-7515-483DADA9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B6C1270C-A979-F803-FE7D-D8718FE1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1A8FF3E2-D3C6-E1D3-054B-042321C4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8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F3A8AE9-FC98-C4B6-C203-8751726F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11D21C37-CECF-E2D0-FC11-AF5252DC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004B618-5739-1669-A307-4E442969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211F07A-73E2-2D63-9810-AB32EE35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73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367C8D9-9B8D-DACB-CCB3-F4A16B89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1379FEAE-B462-E9A1-004B-E47571A3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166EF8D-67A8-AE5F-13A9-963DE61F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4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297356-4C1E-4127-DCA8-ADBF9BF8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CCD9E79-C484-35E9-2F84-996B56F71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BC354020-6531-644F-0822-6171D9C04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17640B7-4146-9255-27B4-F9F01843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D65DE6E-E53D-FD61-0643-BA446954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9B7D7C3-4463-7531-CD86-C7172AA6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BED064-3AD1-8D23-966D-39134885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F9E47BBE-2BEC-3B2B-E033-74761B05D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3F387A7B-59B2-3BBA-61F1-BB14D5CBF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63826ED7-F163-FDA6-0431-E0BF847D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F3582A7-78EE-C4EB-4663-D5889AEF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1E49B585-BA88-E6E6-C99E-1E4760BB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0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EC6F4E7-DC7E-8925-A5A5-68821190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893A8138-4634-9BDA-A27E-22FAFD21F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23CC78D-1AE2-C8FF-4DD8-D0A16AC3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AED3737-FAA2-9085-3BFA-ED4414B6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251FC84-FB11-3447-A6AE-2026D206F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7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381269E-6173-5CD7-7AB1-8BE18510F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B4052F75-5335-8FBF-CEE8-24BFE64CA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96A6B05-91FF-6388-82CF-505FCB726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C442A04-A82A-501B-14C7-5B1829F5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C7593AD-77C9-3DBF-4780-232BB69A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00824528-E5B8-9EB5-E1F3-EEADB3DC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2981AE33-EB13-390D-203A-1F4538BB9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3E717E6-AF20-5631-0A15-A24CF2AC5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9A6AA-89C1-412D-9E06-27EA212EAFE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4A4CD4B-C435-60A9-B271-AF6CDCB65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5B29056-50DA-23EC-8DA3-A42B09FFF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E7B73-BED8-4439-BFBB-6B3FE47AC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5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>
            <a:extLst>
              <a:ext uri="{FF2B5EF4-FFF2-40B4-BE49-F238E27FC236}">
                <a16:creationId xmlns:a16="http://schemas.microsoft.com/office/drawing/2014/main" id="{82EC891E-9175-286D-F20A-ED1E98A8E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75" t="40860" r="37844" b="53186"/>
          <a:stretch>
            <a:fillRect/>
          </a:stretch>
        </p:blipFill>
        <p:spPr>
          <a:xfrm>
            <a:off x="5343267" y="5666740"/>
            <a:ext cx="893135" cy="868680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B0F2DBF1-D122-6241-9513-B1E648EB5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7" t="32455" r="70955" b="65222"/>
          <a:stretch>
            <a:fillRect/>
          </a:stretch>
        </p:blipFill>
        <p:spPr>
          <a:xfrm>
            <a:off x="4805578" y="3284220"/>
            <a:ext cx="1210661" cy="421640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C667FA06-B141-5AA7-EAFD-39543A27C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3" t="3723" r="66840" b="73332"/>
          <a:stretch>
            <a:fillRect/>
          </a:stretch>
        </p:blipFill>
        <p:spPr>
          <a:xfrm>
            <a:off x="193040" y="1965960"/>
            <a:ext cx="4187232" cy="3307080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A76EBA3B-5419-E641-5655-E718C0BE2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8" t="11853" r="35975" b="77777"/>
          <a:stretch>
            <a:fillRect/>
          </a:stretch>
        </p:blipFill>
        <p:spPr>
          <a:xfrm>
            <a:off x="4501268" y="3764280"/>
            <a:ext cx="6787025" cy="1661160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D7656B27-18FB-D52C-8AE3-947C0D4D7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8" t="63111" r="29926" b="32000"/>
          <a:stretch>
            <a:fillRect/>
          </a:stretch>
        </p:blipFill>
        <p:spPr>
          <a:xfrm>
            <a:off x="4846319" y="977900"/>
            <a:ext cx="799569" cy="817880"/>
          </a:xfrm>
          <a:prstGeom prst="rect">
            <a:avLst/>
          </a:prstGeom>
        </p:spPr>
      </p:pic>
      <p:pic>
        <p:nvPicPr>
          <p:cNvPr id="2" name="Εικόνα 1">
            <a:extLst>
              <a:ext uri="{FF2B5EF4-FFF2-40B4-BE49-F238E27FC236}">
                <a16:creationId xmlns:a16="http://schemas.microsoft.com/office/drawing/2014/main" id="{1D0DE319-8F56-73E0-8EE5-5867C9F23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91" t="40860" r="42620" b="53186"/>
          <a:stretch>
            <a:fillRect/>
          </a:stretch>
        </p:blipFill>
        <p:spPr>
          <a:xfrm>
            <a:off x="4420846" y="5666740"/>
            <a:ext cx="850947" cy="868680"/>
          </a:xfrm>
          <a:prstGeom prst="rect">
            <a:avLst/>
          </a:prstGeom>
        </p:spPr>
      </p:pic>
      <p:pic>
        <p:nvPicPr>
          <p:cNvPr id="3" name="Εικόνα 2">
            <a:extLst>
              <a:ext uri="{FF2B5EF4-FFF2-40B4-BE49-F238E27FC236}">
                <a16:creationId xmlns:a16="http://schemas.microsoft.com/office/drawing/2014/main" id="{BD44E566-96E7-BB1A-DFFC-7BB60E23B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15" t="40860" r="46515" b="53186"/>
          <a:stretch>
            <a:fillRect/>
          </a:stretch>
        </p:blipFill>
        <p:spPr>
          <a:xfrm>
            <a:off x="3456237" y="5666740"/>
            <a:ext cx="978197" cy="868680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A63769DA-E860-4184-7FC2-91C4FA09E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74" t="40860" r="51337" b="53186"/>
          <a:stretch>
            <a:fillRect/>
          </a:stretch>
        </p:blipFill>
        <p:spPr>
          <a:xfrm>
            <a:off x="2445973" y="5666740"/>
            <a:ext cx="850947" cy="868680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4C2040A5-4273-C17F-F3A7-5F6C35B99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1" t="40860" r="55409" b="53186"/>
          <a:stretch>
            <a:fillRect/>
          </a:stretch>
        </p:blipFill>
        <p:spPr>
          <a:xfrm>
            <a:off x="1308459" y="5666740"/>
            <a:ext cx="978197" cy="868680"/>
          </a:xfrm>
          <a:prstGeom prst="rect">
            <a:avLst/>
          </a:prstGeom>
        </p:spPr>
      </p:pic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AD5EFA54-3471-952D-C4EB-9FC6058C9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5" t="40860" r="60392" b="53186"/>
          <a:stretch>
            <a:fillRect/>
          </a:stretch>
        </p:blipFill>
        <p:spPr>
          <a:xfrm>
            <a:off x="345440" y="5666740"/>
            <a:ext cx="770979" cy="868680"/>
          </a:xfrm>
          <a:prstGeom prst="rect">
            <a:avLst/>
          </a:prstGeom>
        </p:spPr>
      </p:pic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B8A5687D-9C12-2A7E-4939-059BB8DD9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96" t="63111" r="8815" b="32000"/>
          <a:stretch>
            <a:fillRect/>
          </a:stretch>
        </p:blipFill>
        <p:spPr>
          <a:xfrm>
            <a:off x="9675614" y="972820"/>
            <a:ext cx="1076229" cy="817880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7FA0FD2A-3A3E-DC33-0ED6-3C1BCD587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46" t="63111" r="13529" b="32000"/>
          <a:stretch>
            <a:fillRect/>
          </a:stretch>
        </p:blipFill>
        <p:spPr>
          <a:xfrm>
            <a:off x="8558115" y="972820"/>
            <a:ext cx="1010093" cy="817880"/>
          </a:xfrm>
          <a:prstGeom prst="rect">
            <a:avLst/>
          </a:prstGeom>
        </p:spPr>
      </p:pic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FEDAFB43-5B5A-684C-5319-CA4D78733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7" t="63111" r="18089" b="32000"/>
          <a:stretch>
            <a:fillRect/>
          </a:stretch>
        </p:blipFill>
        <p:spPr>
          <a:xfrm>
            <a:off x="7536308" y="972820"/>
            <a:ext cx="914401" cy="817880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7F12482F-3860-A24C-1F83-15A34EB3D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99" t="63111" r="22213" b="32000"/>
          <a:stretch>
            <a:fillRect/>
          </a:stretch>
        </p:blipFill>
        <p:spPr>
          <a:xfrm>
            <a:off x="6603899" y="972820"/>
            <a:ext cx="825003" cy="817880"/>
          </a:xfrm>
          <a:prstGeom prst="rect">
            <a:avLst/>
          </a:prstGeom>
        </p:spPr>
      </p:pic>
      <p:pic>
        <p:nvPicPr>
          <p:cNvPr id="16" name="Εικόνα 15">
            <a:extLst>
              <a:ext uri="{FF2B5EF4-FFF2-40B4-BE49-F238E27FC236}">
                <a16:creationId xmlns:a16="http://schemas.microsoft.com/office/drawing/2014/main" id="{5C1A8D9F-6EDC-356E-CC27-A3E37DE59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2" t="63111" r="26168" b="32000"/>
          <a:stretch>
            <a:fillRect/>
          </a:stretch>
        </p:blipFill>
        <p:spPr>
          <a:xfrm>
            <a:off x="5645888" y="972820"/>
            <a:ext cx="850605" cy="817880"/>
          </a:xfrm>
          <a:prstGeom prst="rect">
            <a:avLst/>
          </a:prstGeom>
        </p:spPr>
      </p:pic>
      <p:pic>
        <p:nvPicPr>
          <p:cNvPr id="17" name="Εικόνα 16">
            <a:extLst>
              <a:ext uri="{FF2B5EF4-FFF2-40B4-BE49-F238E27FC236}">
                <a16:creationId xmlns:a16="http://schemas.microsoft.com/office/drawing/2014/main" id="{56591B57-0EF5-1B28-4F42-2C93D7F59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0" t="32455" r="77401" b="65516"/>
          <a:stretch>
            <a:fillRect/>
          </a:stretch>
        </p:blipFill>
        <p:spPr>
          <a:xfrm>
            <a:off x="4600161" y="2875280"/>
            <a:ext cx="1594884" cy="368300"/>
          </a:xfrm>
          <a:prstGeom prst="rect">
            <a:avLst/>
          </a:prstGeom>
        </p:spPr>
      </p:pic>
      <p:pic>
        <p:nvPicPr>
          <p:cNvPr id="18" name="Εικόνα 17">
            <a:extLst>
              <a:ext uri="{FF2B5EF4-FFF2-40B4-BE49-F238E27FC236}">
                <a16:creationId xmlns:a16="http://schemas.microsoft.com/office/drawing/2014/main" id="{4A217C77-50AD-EC68-EDC0-C29C10430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2" t="32455" r="84688" b="65390"/>
          <a:stretch>
            <a:fillRect/>
          </a:stretch>
        </p:blipFill>
        <p:spPr>
          <a:xfrm>
            <a:off x="4846319" y="2456180"/>
            <a:ext cx="1371922" cy="391160"/>
          </a:xfrm>
          <a:prstGeom prst="rect">
            <a:avLst/>
          </a:prstGeom>
        </p:spPr>
      </p:pic>
      <p:pic>
        <p:nvPicPr>
          <p:cNvPr id="19" name="Εικόνα 18">
            <a:extLst>
              <a:ext uri="{FF2B5EF4-FFF2-40B4-BE49-F238E27FC236}">
                <a16:creationId xmlns:a16="http://schemas.microsoft.com/office/drawing/2014/main" id="{6917E555-E6AD-C6FA-AD0B-1A0CE61FA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" t="32455" r="92821" b="65740"/>
          <a:stretch>
            <a:fillRect/>
          </a:stretch>
        </p:blipFill>
        <p:spPr>
          <a:xfrm>
            <a:off x="4755677" y="1998980"/>
            <a:ext cx="1283852" cy="3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7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7771-DE12-F47A-25DB-920FE837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Εικόνα 20">
            <a:extLst>
              <a:ext uri="{FF2B5EF4-FFF2-40B4-BE49-F238E27FC236}">
                <a16:creationId xmlns:a16="http://schemas.microsoft.com/office/drawing/2014/main" id="{D7BAE7E5-4D75-BEAF-6C2D-77EF9E925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3" t="44444" r="75731" b="45926"/>
          <a:stretch>
            <a:fillRect/>
          </a:stretch>
        </p:blipFill>
        <p:spPr>
          <a:xfrm>
            <a:off x="487679" y="447040"/>
            <a:ext cx="2755251" cy="1818640"/>
          </a:xfrm>
          <a:prstGeom prst="rect">
            <a:avLst/>
          </a:prstGeom>
        </p:spPr>
      </p:pic>
      <p:pic>
        <p:nvPicPr>
          <p:cNvPr id="22" name="Εικόνα 21">
            <a:extLst>
              <a:ext uri="{FF2B5EF4-FFF2-40B4-BE49-F238E27FC236}">
                <a16:creationId xmlns:a16="http://schemas.microsoft.com/office/drawing/2014/main" id="{AD3F9AC1-73AF-05E1-6709-54D87F8FF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8" t="44444" r="64658" b="45926"/>
          <a:stretch>
            <a:fillRect/>
          </a:stretch>
        </p:blipFill>
        <p:spPr>
          <a:xfrm>
            <a:off x="3640469" y="447040"/>
            <a:ext cx="2870791" cy="1818640"/>
          </a:xfrm>
          <a:prstGeom prst="rect">
            <a:avLst/>
          </a:prstGeom>
        </p:spPr>
      </p:pic>
      <p:pic>
        <p:nvPicPr>
          <p:cNvPr id="23" name="Εικόνα 22">
            <a:extLst>
              <a:ext uri="{FF2B5EF4-FFF2-40B4-BE49-F238E27FC236}">
                <a16:creationId xmlns:a16="http://schemas.microsoft.com/office/drawing/2014/main" id="{B31D0423-CD89-0B41-6E2F-F56499657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1" t="44444" r="53259" b="45926"/>
          <a:stretch>
            <a:fillRect/>
          </a:stretch>
        </p:blipFill>
        <p:spPr>
          <a:xfrm>
            <a:off x="6908800" y="447040"/>
            <a:ext cx="2991505" cy="1818640"/>
          </a:xfrm>
          <a:prstGeom prst="rect">
            <a:avLst/>
          </a:prstGeom>
        </p:spPr>
      </p:pic>
      <p:pic>
        <p:nvPicPr>
          <p:cNvPr id="3" name="Εικόνα 2">
            <a:extLst>
              <a:ext uri="{FF2B5EF4-FFF2-40B4-BE49-F238E27FC236}">
                <a16:creationId xmlns:a16="http://schemas.microsoft.com/office/drawing/2014/main" id="{68A66A87-DAB7-0CD9-ED50-AC729D592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1" r="82669" b="29957"/>
          <a:stretch>
            <a:fillRect/>
          </a:stretch>
        </p:blipFill>
        <p:spPr>
          <a:xfrm>
            <a:off x="609600" y="2510758"/>
            <a:ext cx="1330960" cy="1045242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2160A75C-C929-9520-60E1-49DF0D06D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82" r="64099" b="27976"/>
          <a:stretch>
            <a:fillRect/>
          </a:stretch>
        </p:blipFill>
        <p:spPr>
          <a:xfrm>
            <a:off x="2106593" y="2495979"/>
            <a:ext cx="1036166" cy="1074800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F7171984-6F17-0C66-4279-B811D6789F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58" r="42227" b="27976"/>
          <a:stretch>
            <a:fillRect/>
          </a:stretch>
        </p:blipFill>
        <p:spPr>
          <a:xfrm>
            <a:off x="3308792" y="2510758"/>
            <a:ext cx="1319514" cy="1074800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8AF78F84-B860-A531-AFED-7BB630E5A9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83" r="23513" b="31706"/>
          <a:stretch>
            <a:fillRect/>
          </a:stretch>
        </p:blipFill>
        <p:spPr>
          <a:xfrm>
            <a:off x="4869083" y="2495979"/>
            <a:ext cx="1226917" cy="1019135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8DC62E23-30AD-4342-8490-5130FAB415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19" r="2143" b="31545"/>
          <a:stretch>
            <a:fillRect/>
          </a:stretch>
        </p:blipFill>
        <p:spPr>
          <a:xfrm>
            <a:off x="6336777" y="2522608"/>
            <a:ext cx="1504708" cy="1021542"/>
          </a:xfrm>
          <a:prstGeom prst="rect">
            <a:avLst/>
          </a:prstGeom>
        </p:spPr>
      </p:pic>
      <p:pic>
        <p:nvPicPr>
          <p:cNvPr id="2" name="Εικόνα 1">
            <a:extLst>
              <a:ext uri="{FF2B5EF4-FFF2-40B4-BE49-F238E27FC236}">
                <a16:creationId xmlns:a16="http://schemas.microsoft.com/office/drawing/2014/main" id="{D1CFC4BD-01D5-09BE-42EC-B2EEC82E15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26427" t="14525" r="64915" b="47689"/>
          <a:stretch>
            <a:fillRect/>
          </a:stretch>
        </p:blipFill>
        <p:spPr>
          <a:xfrm>
            <a:off x="2275533" y="3878580"/>
            <a:ext cx="792481" cy="563880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7EC1346B-CB1C-5F9A-7510-C8D62E658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58" t="10321" r="45485" b="48680"/>
          <a:stretch>
            <a:fillRect/>
          </a:stretch>
        </p:blipFill>
        <p:spPr>
          <a:xfrm>
            <a:off x="3537607" y="3830636"/>
            <a:ext cx="792480" cy="611824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4458809B-598E-9108-6C17-377DF1F14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30" t="11313" r="26013" b="47688"/>
          <a:stretch>
            <a:fillRect/>
          </a:stretch>
        </p:blipFill>
        <p:spPr>
          <a:xfrm>
            <a:off x="5074703" y="3830636"/>
            <a:ext cx="792481" cy="611824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FE736E27-7248-E595-0C0D-4F599575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698" t="7546" r="5645" b="49473"/>
          <a:stretch>
            <a:fillRect/>
          </a:stretch>
        </p:blipFill>
        <p:spPr>
          <a:xfrm>
            <a:off x="6728459" y="3801078"/>
            <a:ext cx="792481" cy="641382"/>
          </a:xfrm>
          <a:prstGeom prst="rect">
            <a:avLst/>
          </a:prstGeom>
        </p:spPr>
      </p:pic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1516266E-F95C-D5B5-A050-165238E4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04" t="11553" r="86970" b="50661"/>
          <a:stretch>
            <a:fillRect/>
          </a:stretch>
        </p:blipFill>
        <p:spPr>
          <a:xfrm>
            <a:off x="1013460" y="3878580"/>
            <a:ext cx="579120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96747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Ευρεία οθόνη</PresentationFormat>
  <Paragraphs>0</Paragraphs>
  <Slides>2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Θέμα του Office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Δημήτριος Ζούζιας</dc:creator>
  <cp:lastModifiedBy>Δημήτριος Ζούζιας</cp:lastModifiedBy>
  <cp:revision>8</cp:revision>
  <dcterms:created xsi:type="dcterms:W3CDTF">2026-06-02T15:53:36Z</dcterms:created>
  <dcterms:modified xsi:type="dcterms:W3CDTF">2026-06-06T14:43:39Z</dcterms:modified>
</cp:coreProperties>
</file>